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5B324-A3B0-4C87-9A93-4971D668F6C9}" v="1" dt="2025-07-22T16:55:18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Van Maele" userId="3d0a5b5c-93bb-4f17-bf9c-9cd401b6bdff" providerId="ADAL" clId="{01D5B324-A3B0-4C87-9A93-4971D668F6C9}"/>
    <pc:docChg chg="undo custSel modSld">
      <pc:chgData name="Nick Van Maele" userId="3d0a5b5c-93bb-4f17-bf9c-9cd401b6bdff" providerId="ADAL" clId="{01D5B324-A3B0-4C87-9A93-4971D668F6C9}" dt="2025-07-22T16:55:56.950" v="12" actId="1076"/>
      <pc:docMkLst>
        <pc:docMk/>
      </pc:docMkLst>
      <pc:sldChg chg="addSp modSp mod">
        <pc:chgData name="Nick Van Maele" userId="3d0a5b5c-93bb-4f17-bf9c-9cd401b6bdff" providerId="ADAL" clId="{01D5B324-A3B0-4C87-9A93-4971D668F6C9}" dt="2025-07-22T16:55:56.950" v="12" actId="1076"/>
        <pc:sldMkLst>
          <pc:docMk/>
          <pc:sldMk cId="2388680666" sldId="256"/>
        </pc:sldMkLst>
        <pc:spChg chg="mod">
          <ac:chgData name="Nick Van Maele" userId="3d0a5b5c-93bb-4f17-bf9c-9cd401b6bdff" providerId="ADAL" clId="{01D5B324-A3B0-4C87-9A93-4971D668F6C9}" dt="2025-07-22T16:55:18.706" v="10" actId="164"/>
          <ac:spMkLst>
            <pc:docMk/>
            <pc:sldMk cId="2388680666" sldId="256"/>
            <ac:spMk id="8" creationId="{DE5100DD-E221-BD2F-0538-7139181427C8}"/>
          </ac:spMkLst>
        </pc:spChg>
        <pc:spChg chg="mod">
          <ac:chgData name="Nick Van Maele" userId="3d0a5b5c-93bb-4f17-bf9c-9cd401b6bdff" providerId="ADAL" clId="{01D5B324-A3B0-4C87-9A93-4971D668F6C9}" dt="2025-07-22T16:55:18.706" v="10" actId="164"/>
          <ac:spMkLst>
            <pc:docMk/>
            <pc:sldMk cId="2388680666" sldId="256"/>
            <ac:spMk id="9" creationId="{2286279D-DF67-41C8-A20F-31CB3D599B93}"/>
          </ac:spMkLst>
        </pc:spChg>
        <pc:grpChg chg="add mod">
          <ac:chgData name="Nick Van Maele" userId="3d0a5b5c-93bb-4f17-bf9c-9cd401b6bdff" providerId="ADAL" clId="{01D5B324-A3B0-4C87-9A93-4971D668F6C9}" dt="2025-07-22T16:55:18.706" v="10" actId="164"/>
          <ac:grpSpMkLst>
            <pc:docMk/>
            <pc:sldMk cId="2388680666" sldId="256"/>
            <ac:grpSpMk id="10" creationId="{490E3264-4B0D-3434-8473-D33543166847}"/>
          </ac:grpSpMkLst>
        </pc:grpChg>
        <pc:picChg chg="mod ord modCrop">
          <ac:chgData name="Nick Van Maele" userId="3d0a5b5c-93bb-4f17-bf9c-9cd401b6bdff" providerId="ADAL" clId="{01D5B324-A3B0-4C87-9A93-4971D668F6C9}" dt="2025-07-22T16:55:18.706" v="10" actId="164"/>
          <ac:picMkLst>
            <pc:docMk/>
            <pc:sldMk cId="2388680666" sldId="256"/>
            <ac:picMk id="5" creationId="{B6424E27-06F8-877B-E7EF-047C8DBAFD61}"/>
          </ac:picMkLst>
        </pc:picChg>
        <pc:picChg chg="mod">
          <ac:chgData name="Nick Van Maele" userId="3d0a5b5c-93bb-4f17-bf9c-9cd401b6bdff" providerId="ADAL" clId="{01D5B324-A3B0-4C87-9A93-4971D668F6C9}" dt="2025-07-22T16:55:56.950" v="12" actId="1076"/>
          <ac:picMkLst>
            <pc:docMk/>
            <pc:sldMk cId="2388680666" sldId="256"/>
            <ac:picMk id="7" creationId="{B38312F0-B48B-D2CE-2C44-CAF1E4638B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D7C3-115E-BAEC-48F5-980B7686D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93433-881A-0D7F-AADC-5F1B96D20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F30A1-E4DC-173D-A3C3-EAA89BE4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367F2-0610-D5A1-C023-BC952E2A3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2242A-D0B2-8C6E-34DB-A6265D13F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046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F4CA-452A-0D87-3787-3988B3AD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0A91-4AF6-E731-7DF8-91E4361E3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F22BF-A9B0-CE06-2F1D-3978DB641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2318E-6470-E470-0E3F-9943C9EB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CBCDA-D707-07D3-D7EE-878E1164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6597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3AA2-F582-A3B4-BEC2-49DF596E2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26927-EF8B-BB8D-397A-4357D1069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B9219-2C5F-E98B-076B-08C9C3251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923EC-4A59-8648-E0F4-520404202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A976F-6247-D5AC-29DE-1485E1E34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894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F8CA-4AEB-DB62-F924-725274207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81C40-8CB7-2947-232F-68C15AFE3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1CE3C-9AE7-16D7-E0EC-789BA65AE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3864C-F580-788A-00B7-6A6D4C5E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45DCC-3FBE-E6AD-FA4A-80DFD3E2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33EF8-5C92-0380-4F6A-7BEA6756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398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AB57D-6485-D808-20A1-02948AB2B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60720-8D7C-9D98-D572-1479419E8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DF66C-82F7-9B12-9A96-6C9C1B287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E491FB-75E2-BEC5-1291-7C75D26E3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8FFF34-2ECD-579F-C366-E5D81A7E4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AE5D9D-A39E-4C02-6F68-0E74005A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822A83-FB34-DED4-CA53-3495979A9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0B3555-70A5-2594-C07D-7C895B3BB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7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2B809-99B7-5610-DFB3-57C175A4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02366F-B999-6159-7BF5-6658B7CA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77870-9BC3-E472-6459-54CF8CD9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ED9FB-595C-A73D-CE54-C50DF2A2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9856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8964E-A6D9-A15B-6CD7-B3DC4666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4C7D37-9C63-44CC-FE9F-8F31D901E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3AA6E-0509-C849-E75A-8B9E9E54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651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0D3FA-6263-B4F3-FF0D-7156E7D42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CB2BF-491C-B51B-FAB3-99EF077B3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BAA3E-5219-E567-58FC-459D2898F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56142-9229-704C-0DC6-F93DAA9D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AE6DF-AE38-4DE8-896D-FE4932DF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D372C-059C-AB6D-624C-56D9FCCD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34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54046-4B99-A753-DF1C-B937EC7E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584DF-3C79-56A2-4B6E-5D437E461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516F6-431C-EB9E-82EA-47BF2A355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F8BFC-1BD3-7DF2-D220-611315419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C4D76-0B0F-1B33-2652-9FB2862BE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AB5FA-CD35-BEC1-3A69-D9EB6979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760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9E1B-246E-EA5D-9DB1-CF1AEB7C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27675-DB68-D751-B7EE-4796B0835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56FFC-A2F4-0916-5F88-57AD177D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02746-91F1-4C0D-8A99-8192650CC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04B52-2DD2-26A0-1990-30C3ECDA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453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930AE-ACC3-5801-932C-842879F06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7F144-5981-F358-FD47-E22971269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DC09C-49D5-D94A-DCE6-6BA555CB8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E70FB-4F2A-4A7D-5C31-F16047E2A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48A64-3459-DAC0-6189-B1E1BD14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7177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ECC57E-0E6C-E030-BC71-073666C5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EEDFF-2E49-4914-AB99-B27BC07D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2CE6F-3638-2948-C3F1-B9B5A5CA0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E9D06-F91F-4357-83FB-F6EA23C8871C}" type="datetimeFigureOut">
              <a:rPr lang="en-CA" smtClean="0"/>
              <a:t>2025-07-22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CEB23-5B3F-4A8E-87B4-5A6DEE75D2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851C7-C645-AD92-BA1E-406A5CEA4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32B57-27E6-4C84-90DA-7376E3B829E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14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B38312F0-B48B-D2CE-2C44-CAF1E4638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666" y="2744377"/>
            <a:ext cx="1369244" cy="136924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90E3264-4B0D-3434-8473-D33543166847}"/>
              </a:ext>
            </a:extLst>
          </p:cNvPr>
          <p:cNvGrpSpPr/>
          <p:nvPr/>
        </p:nvGrpSpPr>
        <p:grpSpPr>
          <a:xfrm>
            <a:off x="3986476" y="2148047"/>
            <a:ext cx="1938836" cy="2561905"/>
            <a:chOff x="3986476" y="2148047"/>
            <a:chExt cx="1938836" cy="2561905"/>
          </a:xfrm>
        </p:grpSpPr>
        <p:pic>
          <p:nvPicPr>
            <p:cNvPr id="5" name="Picture 4" descr="A black tablet with a red circle on the screen&#10;&#10;AI-generated content may be incorrect.">
              <a:extLst>
                <a:ext uri="{FF2B5EF4-FFF2-40B4-BE49-F238E27FC236}">
                  <a16:creationId xmlns:a16="http://schemas.microsoft.com/office/drawing/2014/main" id="{B6424E27-06F8-877B-E7EF-047C8DBAF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046"/>
            <a:stretch>
              <a:fillRect/>
            </a:stretch>
          </p:blipFill>
          <p:spPr>
            <a:xfrm>
              <a:off x="3986476" y="2148047"/>
              <a:ext cx="1938836" cy="256190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5100DD-E221-BD2F-0538-7139181427C8}"/>
                </a:ext>
              </a:extLst>
            </p:cNvPr>
            <p:cNvSpPr txBox="1"/>
            <p:nvPr/>
          </p:nvSpPr>
          <p:spPr>
            <a:xfrm>
              <a:off x="4425696" y="2606040"/>
              <a:ext cx="1042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>
                  <a:solidFill>
                    <a:srgbClr val="BC002D"/>
                  </a:solidFill>
                </a:rPr>
                <a:t>Martial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86279D-DF67-41C8-A20F-31CB3D599B93}"/>
                </a:ext>
              </a:extLst>
            </p:cNvPr>
            <p:cNvSpPr txBox="1"/>
            <p:nvPr/>
          </p:nvSpPr>
          <p:spPr>
            <a:xfrm>
              <a:off x="4425696" y="3847114"/>
              <a:ext cx="1042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>
                  <a:solidFill>
                    <a:srgbClr val="BC002D"/>
                  </a:solidFill>
                </a:rPr>
                <a:t>Apps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8680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4251DE259FF04E9B1779CDA5B19402" ma:contentTypeVersion="11" ma:contentTypeDescription="Create a new document." ma:contentTypeScope="" ma:versionID="f2934c66ae297278574f67d512c5fd63">
  <xsd:schema xmlns:xsd="http://www.w3.org/2001/XMLSchema" xmlns:xs="http://www.w3.org/2001/XMLSchema" xmlns:p="http://schemas.microsoft.com/office/2006/metadata/properties" xmlns:ns2="1f4d6e5d-4580-4369-8433-156d377a3107" xmlns:ns3="d25b2691-3caf-453f-b6a3-c7a718d7b83b" targetNamespace="http://schemas.microsoft.com/office/2006/metadata/properties" ma:root="true" ma:fieldsID="3e03d7fcbc0050ad31399d3d9cf917e8" ns2:_="" ns3:_="">
    <xsd:import namespace="1f4d6e5d-4580-4369-8433-156d377a3107"/>
    <xsd:import namespace="d25b2691-3caf-453f-b6a3-c7a718d7b8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4d6e5d-4580-4369-8433-156d377a31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78b14c3-907d-47ab-8e14-920d7281d6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5b2691-3caf-453f-b6a3-c7a718d7b83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e3014f8-1d27-4d6a-8619-9a47add8b9a4}" ma:internalName="TaxCatchAll" ma:showField="CatchAllData" ma:web="d25b2691-3caf-453f-b6a3-c7a718d7b8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4d6e5d-4580-4369-8433-156d377a3107">
      <Terms xmlns="http://schemas.microsoft.com/office/infopath/2007/PartnerControls"/>
    </lcf76f155ced4ddcb4097134ff3c332f>
    <TaxCatchAll xmlns="d25b2691-3caf-453f-b6a3-c7a718d7b83b" xsi:nil="true"/>
  </documentManagement>
</p:properties>
</file>

<file path=customXml/itemProps1.xml><?xml version="1.0" encoding="utf-8"?>
<ds:datastoreItem xmlns:ds="http://schemas.openxmlformats.org/officeDocument/2006/customXml" ds:itemID="{2FBEA343-5895-44F6-8133-3955CCB081AC}"/>
</file>

<file path=customXml/itemProps2.xml><?xml version="1.0" encoding="utf-8"?>
<ds:datastoreItem xmlns:ds="http://schemas.openxmlformats.org/officeDocument/2006/customXml" ds:itemID="{CBE9E275-6E3C-4435-9680-6B5868515D78}"/>
</file>

<file path=customXml/itemProps3.xml><?xml version="1.0" encoding="utf-8"?>
<ds:datastoreItem xmlns:ds="http://schemas.openxmlformats.org/officeDocument/2006/customXml" ds:itemID="{F4FE05B3-0FC3-41DF-9942-5C256FA29AF7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Van Maele</dc:creator>
  <cp:lastModifiedBy>Nick Van Maele</cp:lastModifiedBy>
  <cp:revision>1</cp:revision>
  <dcterms:created xsi:type="dcterms:W3CDTF">2025-07-22T16:51:15Z</dcterms:created>
  <dcterms:modified xsi:type="dcterms:W3CDTF">2025-07-22T16:56:01Z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0x0101004E4251DE259FF04E9B1779CDA5B19402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</Properties>
</file>